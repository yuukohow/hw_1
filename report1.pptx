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57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AD4D95D-F938-979C-AE37-243A766EDB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0739750-5BCB-A116-BFCC-50A2F8695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A3E64D5-EAB5-9399-F7DE-193138BDA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E697A-FA8E-41C8-AB7E-D39BD74805FD}" type="datetimeFigureOut">
              <a:rPr lang="zh-TW" altLang="en-US" smtClean="0"/>
              <a:t>2025/10/6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F85D766-9DAD-3C8C-A9EA-5E72B3911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2538A78-D1C2-F3BE-75C6-B62B49FE7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611F7-ADF9-4BBD-8C63-96D03128E6F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23941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7EB8E78-D8DC-1ECB-EE4E-FC1C4FCB8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5259508-C51D-4133-42EC-C5C9455880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5466312-0D19-B94D-4F5B-967C56ED6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E697A-FA8E-41C8-AB7E-D39BD74805FD}" type="datetimeFigureOut">
              <a:rPr lang="zh-TW" altLang="en-US" smtClean="0"/>
              <a:t>2025/10/6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49C0DF9-B124-0544-FD6E-C2CF01A8C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CE98A60-115C-D0E9-7076-B971116C7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611F7-ADF9-4BBD-8C63-96D03128E6F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7979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EAF8726-7573-04AD-BA4F-CB7C705D1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8DD8107-087B-E1F5-9ED2-D58234F70C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0A51EE7-E1A6-5091-F316-1BCDF28DB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E697A-FA8E-41C8-AB7E-D39BD74805FD}" type="datetimeFigureOut">
              <a:rPr lang="zh-TW" altLang="en-US" smtClean="0"/>
              <a:t>2025/10/6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52B3A34-0850-E97D-E66B-4C497F5E4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32F2873-B14B-4BE3-C421-3066D4187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611F7-ADF9-4BBD-8C63-96D03128E6F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047156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BE79D21-4BDE-CA07-F52A-DCD2544C1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1EB589B-134D-C401-6037-121E67EE76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A62DA61-CDEE-332B-CB94-EBD1C5A80D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322EF72-98B2-E73C-93EC-5D1A61A47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E697A-FA8E-41C8-AB7E-D39BD74805FD}" type="datetimeFigureOut">
              <a:rPr lang="zh-TW" altLang="en-US" smtClean="0"/>
              <a:t>2025/10/6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B375038-C3A2-395F-F451-BF0298074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18EBFCA-D8AB-B5BD-C711-7A2199C83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611F7-ADF9-4BBD-8C63-96D03128E6F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65786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F3AA392-9192-E431-0D22-9E7F92356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60E1375-F204-0959-C7CC-9B4D321F91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9335ED2-BEE6-407F-BF1F-21A5156FE6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7F6443C8-F184-93C4-C81A-BDB1D66403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C3520B2A-DCE0-E3DE-E0F0-15930C5772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7BE5B9B4-2CB8-5419-D1A9-B8E2B1A43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E697A-FA8E-41C8-AB7E-D39BD74805FD}" type="datetimeFigureOut">
              <a:rPr lang="zh-TW" altLang="en-US" smtClean="0"/>
              <a:t>2025/10/6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776A300C-553F-CA79-D965-2F8319BFC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CA5FC5E7-C512-67FF-4EED-8AF6AFD9C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611F7-ADF9-4BBD-8C63-96D03128E6F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850130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A07E403-0CC9-E73D-99EA-E12416C42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269DFF0F-265E-F730-79EC-45616EF70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E697A-FA8E-41C8-AB7E-D39BD74805FD}" type="datetimeFigureOut">
              <a:rPr lang="zh-TW" altLang="en-US" smtClean="0"/>
              <a:t>2025/10/6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8E28D5F3-A3D7-62E9-4AA7-D1F9381FA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0278A49-D22E-342E-FE01-918075DEA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611F7-ADF9-4BBD-8C63-96D03128E6F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648573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19CC5E8A-6395-9E05-06EA-EA085DF79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E697A-FA8E-41C8-AB7E-D39BD74805FD}" type="datetimeFigureOut">
              <a:rPr lang="zh-TW" altLang="en-US" smtClean="0"/>
              <a:t>2025/10/6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091EB689-2A8A-3058-68B5-0D240D334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1108813-1903-3B9A-D4B8-4DC5C682A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611F7-ADF9-4BBD-8C63-96D03128E6F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43679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E70C45-B6E3-71C4-A149-B770988F1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0BC85FA-FDE5-31DB-BA44-B3E371FF0B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7FCACBA-951D-2F21-41C9-99ED69C1B9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E79DDB6-140E-2BAD-953A-5D603BBF0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E697A-FA8E-41C8-AB7E-D39BD74805FD}" type="datetimeFigureOut">
              <a:rPr lang="zh-TW" altLang="en-US" smtClean="0"/>
              <a:t>2025/10/6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ABA165D-5A01-BDF1-C632-803AE9B55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7DBD563-F428-B49F-660D-F10779AD5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611F7-ADF9-4BBD-8C63-96D03128E6F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93269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5957A95-4F5A-6E93-D8B4-58427A385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08AB4841-1F2D-12B1-BCBA-7E27B1EE58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FFCAA88-089D-DDB2-F678-8013C562D3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D1EABE7-581A-47F6-0887-2A1FC518B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E697A-FA8E-41C8-AB7E-D39BD74805FD}" type="datetimeFigureOut">
              <a:rPr lang="zh-TW" altLang="en-US" smtClean="0"/>
              <a:t>2025/10/6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3EADB24-8770-7043-F03C-1D56E5760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CE47BB5-FBEF-6973-D1D3-1EAF8F277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611F7-ADF9-4BBD-8C63-96D03128E6F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725382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BBB02CF-91F5-BF8D-8F0D-8085DAF33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C762F865-7C17-0087-93A4-8CE9B5D020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E25448F-F24B-8D86-26DD-D93AD8729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E697A-FA8E-41C8-AB7E-D39BD74805FD}" type="datetimeFigureOut">
              <a:rPr lang="zh-TW" altLang="en-US" smtClean="0"/>
              <a:t>2025/10/6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5138D4D-9374-38E1-9214-2E7E4285B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79380EA-06A1-021F-E480-6917B1849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611F7-ADF9-4BBD-8C63-96D03128E6F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445257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96014566-A07B-BC4F-8A03-0E95B4B198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951375FA-4B56-9CC8-8AF0-A7979B5072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0A37D3D-84A5-9DCD-692A-EF66BE6C0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E697A-FA8E-41C8-AB7E-D39BD74805FD}" type="datetimeFigureOut">
              <a:rPr lang="zh-TW" altLang="en-US" smtClean="0"/>
              <a:t>2025/10/6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77E0FA0-F0EE-AEA7-247B-407222C36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52F71FE-CD4D-9C99-C95F-0ABAFCD51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611F7-ADF9-4BBD-8C63-96D03128E6F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374599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9C098FA5-F2AB-B79C-470C-7FBC41537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D91A3E8-FBE3-C8EE-ABCB-037010115B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2AD5CB5-770B-0D8C-6F64-9851265C73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0E697A-FA8E-41C8-AB7E-D39BD74805FD}" type="datetimeFigureOut">
              <a:rPr lang="zh-TW" altLang="en-US" smtClean="0"/>
              <a:t>2025/10/6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F4B0961-7B12-B6DE-B9F7-8E854D4D7A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BF61C1B-9C2C-1FE2-5329-7468017EDA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6611F7-ADF9-4BBD-8C63-96D03128E6F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56483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CFB25EF-8797-A171-2BE3-674CB99AA99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/>
              <a:t>資料結構功課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97CC6C7-2C41-63CA-BC63-AF41BB1F217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/>
              <a:t>姓名</a:t>
            </a:r>
            <a:r>
              <a:rPr lang="en-US" altLang="zh-TW" dirty="0"/>
              <a:t>:</a:t>
            </a:r>
            <a:r>
              <a:rPr lang="zh-TW" altLang="en-US" dirty="0"/>
              <a:t>劉丞浩</a:t>
            </a:r>
          </a:p>
        </p:txBody>
      </p:sp>
    </p:spTree>
    <p:extLst>
      <p:ext uri="{BB962C8B-B14F-4D97-AF65-F5344CB8AC3E}">
        <p14:creationId xmlns:p14="http://schemas.microsoft.com/office/powerpoint/2010/main" val="2453463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9426041-D41A-4073-BECC-780FDD7F1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解題說明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F7DEEAE-4CD5-B7C3-E38B-D572074717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透過遞迴運算</a:t>
            </a:r>
            <a:r>
              <a:rPr lang="en-US" altLang="zh-TW" dirty="0"/>
              <a:t>Ackermann</a:t>
            </a:r>
            <a:r>
              <a:rPr lang="zh-TW" altLang="en-US" dirty="0"/>
              <a:t>函數</a:t>
            </a:r>
            <a:endParaRPr lang="en-US" altLang="zh-TW" dirty="0"/>
          </a:p>
          <a:p>
            <a:r>
              <a:rPr lang="zh-TW" altLang="en-US" dirty="0"/>
              <a:t>遞迴函式為</a:t>
            </a:r>
            <a:r>
              <a:rPr lang="en-US" altLang="zh-TW" dirty="0"/>
              <a:t>: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AD064637-4399-0572-AD39-681482B25D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8469" y="2991503"/>
            <a:ext cx="6535062" cy="2019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219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D755315-9731-62E3-7A10-2332A95D9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程式碼實作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AE70591B-18C1-7482-73A6-6BF5A5BCA0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4591691" cy="3115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7155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E0061FB-0A00-628E-8B44-CB55CD27E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效能分析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EBA86D9-3E11-E7C8-B0A6-2287B3479E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1.</a:t>
            </a:r>
            <a:r>
              <a:rPr lang="zh-TW" altLang="en-US" dirty="0"/>
              <a:t>時間複雜度</a:t>
            </a:r>
            <a:r>
              <a:rPr lang="en-US" altLang="zh-TW" dirty="0"/>
              <a:t>:O(2^n)</a:t>
            </a:r>
          </a:p>
          <a:p>
            <a:r>
              <a:rPr lang="en-US" altLang="zh-TW" dirty="0"/>
              <a:t>2.</a:t>
            </a:r>
            <a:r>
              <a:rPr lang="zh-TW" altLang="en-US" dirty="0"/>
              <a:t>空間複雜度</a:t>
            </a:r>
            <a:r>
              <a:rPr lang="en-US" altLang="zh-TW" dirty="0"/>
              <a:t>:O(A(</a:t>
            </a:r>
            <a:r>
              <a:rPr lang="en-US" altLang="zh-TW" dirty="0" err="1"/>
              <a:t>m,n</a:t>
            </a:r>
            <a:r>
              <a:rPr lang="en-US" altLang="zh-TW" dirty="0"/>
              <a:t>))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147440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20DFA45-AC7A-9B76-03C7-8519C888A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測試與驗證</a:t>
            </a:r>
          </a:p>
        </p:txBody>
      </p:sp>
      <p:graphicFrame>
        <p:nvGraphicFramePr>
          <p:cNvPr id="4" name="內容版面配置區 3">
            <a:extLst>
              <a:ext uri="{FF2B5EF4-FFF2-40B4-BE49-F238E27FC236}">
                <a16:creationId xmlns:a16="http://schemas.microsoft.com/office/drawing/2014/main" id="{B4C3F7A6-43EA-5ADF-6EF8-F9BB39C62F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55417009"/>
              </p:ext>
            </p:extLst>
          </p:nvPr>
        </p:nvGraphicFramePr>
        <p:xfrm>
          <a:off x="838200" y="1825625"/>
          <a:ext cx="105156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68993825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74439116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14086873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76038881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604583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TW" altLang="en-US" dirty="0"/>
                        <a:t>測試案例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輸入參數</a:t>
                      </a:r>
                      <a:r>
                        <a:rPr lang="en-US" altLang="zh-TW" dirty="0"/>
                        <a:t>m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/>
                        <a:t>輸入參數</a:t>
                      </a:r>
                      <a:r>
                        <a:rPr lang="en-US" altLang="zh-TW" dirty="0"/>
                        <a:t>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預期輸出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實際輸出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25016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dirty="0"/>
                        <a:t>測試一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92398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dirty="0"/>
                        <a:t>測試二</a:t>
                      </a:r>
                      <a:endParaRPr lang="en-US" altLang="zh-TW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5552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dirty="0"/>
                        <a:t>測試三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08806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dirty="0"/>
                        <a:t>測試四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65533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運算過久無法輸出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13805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51067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93B433C-636A-B749-1909-4523DED7A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申論及開發報告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B658766-BF21-DB49-3556-051275B5AA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1.</a:t>
            </a:r>
            <a:r>
              <a:rPr lang="zh-TW" altLang="en-US" dirty="0"/>
              <a:t>程式邏輯</a:t>
            </a:r>
            <a:endParaRPr lang="en-US" altLang="zh-TW" dirty="0"/>
          </a:p>
          <a:p>
            <a:pPr marL="0" indent="0">
              <a:buNone/>
            </a:pPr>
            <a:r>
              <a:rPr lang="zh-TW" altLang="en-US" dirty="0"/>
              <a:t>  當</a:t>
            </a:r>
            <a:r>
              <a:rPr lang="en-US" altLang="zh-TW" dirty="0"/>
              <a:t>m</a:t>
            </a:r>
            <a:r>
              <a:rPr lang="zh-TW" altLang="en-US" dirty="0"/>
              <a:t>數值不同時，時間及空間複雜度就會指數性的往上升</a:t>
            </a:r>
            <a:endParaRPr lang="en-US" altLang="zh-TW" dirty="0"/>
          </a:p>
          <a:p>
            <a:pPr marL="0" indent="0">
              <a:buNone/>
            </a:pPr>
            <a:r>
              <a:rPr lang="zh-TW" altLang="en-US" dirty="0"/>
              <a:t>  當</a:t>
            </a:r>
            <a:r>
              <a:rPr lang="en-US" altLang="zh-TW" dirty="0"/>
              <a:t>m=0~2</a:t>
            </a:r>
            <a:r>
              <a:rPr lang="zh-TW" altLang="en-US" dirty="0"/>
              <a:t>時，輸出還是線性，而從</a:t>
            </a:r>
            <a:r>
              <a:rPr lang="en-US" altLang="zh-TW" dirty="0"/>
              <a:t>m=3</a:t>
            </a:r>
            <a:r>
              <a:rPr lang="zh-TW" altLang="en-US" dirty="0"/>
              <a:t>開始，輸出就會指數性的         上升，而當</a:t>
            </a:r>
            <a:r>
              <a:rPr lang="en-US" altLang="zh-TW" dirty="0"/>
              <a:t>m=4</a:t>
            </a:r>
            <a:r>
              <a:rPr lang="zh-TW" altLang="en-US" dirty="0"/>
              <a:t>時，輸出就會大計算機到無法計算其值</a:t>
            </a:r>
          </a:p>
        </p:txBody>
      </p:sp>
    </p:spTree>
    <p:extLst>
      <p:ext uri="{BB962C8B-B14F-4D97-AF65-F5344CB8AC3E}">
        <p14:creationId xmlns:p14="http://schemas.microsoft.com/office/powerpoint/2010/main" val="9958886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162</Words>
  <Application>Microsoft Office PowerPoint</Application>
  <PresentationFormat>寬螢幕</PresentationFormat>
  <Paragraphs>39</Paragraphs>
  <Slides>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佈景主題</vt:lpstr>
      <vt:lpstr>資料結構功課</vt:lpstr>
      <vt:lpstr>解題說明</vt:lpstr>
      <vt:lpstr>程式碼實作</vt:lpstr>
      <vt:lpstr>效能分析</vt:lpstr>
      <vt:lpstr>測試與驗證</vt:lpstr>
      <vt:lpstr>申論及開發報告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劉丞浩</dc:creator>
  <cp:lastModifiedBy>劉丞浩</cp:lastModifiedBy>
  <cp:revision>1</cp:revision>
  <dcterms:created xsi:type="dcterms:W3CDTF">2025-10-05T16:27:55Z</dcterms:created>
  <dcterms:modified xsi:type="dcterms:W3CDTF">2025-10-05T16:55:02Z</dcterms:modified>
</cp:coreProperties>
</file>